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20A6F-4084-4B38-A55E-B5177A90DAEF}" v="23" dt="2026-01-04T17:56:20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V" userId="f055f243ffb41b73" providerId="LiveId" clId="{2C3D7F03-8558-4387-990D-E818F15C2887}"/>
    <pc:docChg chg="custSel addSld delSld modSld">
      <pc:chgData name="Lakshmi V" userId="f055f243ffb41b73" providerId="LiveId" clId="{2C3D7F03-8558-4387-990D-E818F15C2887}" dt="2026-01-04T17:56:50.608" v="52" actId="2696"/>
      <pc:docMkLst>
        <pc:docMk/>
      </pc:docMkLst>
      <pc:sldChg chg="modSp mod">
        <pc:chgData name="Lakshmi V" userId="f055f243ffb41b73" providerId="LiveId" clId="{2C3D7F03-8558-4387-990D-E818F15C2887}" dt="2026-01-04T17:52:03.092" v="16" actId="27636"/>
        <pc:sldMkLst>
          <pc:docMk/>
          <pc:sldMk cId="2060972857" sldId="256"/>
        </pc:sldMkLst>
        <pc:spChg chg="mod">
          <ac:chgData name="Lakshmi V" userId="f055f243ffb41b73" providerId="LiveId" clId="{2C3D7F03-8558-4387-990D-E818F15C2887}" dt="2026-01-04T17:52:03.092" v="16" actId="27636"/>
          <ac:spMkLst>
            <pc:docMk/>
            <pc:sldMk cId="2060972857" sldId="256"/>
            <ac:spMk id="2" creationId="{299EC394-6FF0-506B-3D71-5520D8CC8D3F}"/>
          </ac:spMkLst>
        </pc:spChg>
      </pc:sldChg>
      <pc:sldChg chg="addSp delSp modSp new mod">
        <pc:chgData name="Lakshmi V" userId="f055f243ffb41b73" providerId="LiveId" clId="{2C3D7F03-8558-4387-990D-E818F15C2887}" dt="2026-01-04T17:52:40.009" v="20" actId="14100"/>
        <pc:sldMkLst>
          <pc:docMk/>
          <pc:sldMk cId="2718872" sldId="257"/>
        </pc:sldMkLst>
        <pc:spChg chg="mod">
          <ac:chgData name="Lakshmi V" userId="f055f243ffb41b73" providerId="LiveId" clId="{2C3D7F03-8558-4387-990D-E818F15C2887}" dt="2026-01-04T17:52:15.612" v="17"/>
          <ac:spMkLst>
            <pc:docMk/>
            <pc:sldMk cId="2718872" sldId="257"/>
            <ac:spMk id="2" creationId="{8B7E3AEE-E58E-9AE0-5E2F-BFA58A4F3FF6}"/>
          </ac:spMkLst>
        </pc:spChg>
        <pc:spChg chg="del">
          <ac:chgData name="Lakshmi V" userId="f055f243ffb41b73" providerId="LiveId" clId="{2C3D7F03-8558-4387-990D-E818F15C2887}" dt="2026-01-04T17:52:26.239" v="18"/>
          <ac:spMkLst>
            <pc:docMk/>
            <pc:sldMk cId="2718872" sldId="257"/>
            <ac:spMk id="3" creationId="{CB770991-E390-41E1-4AC1-7C2E13D1479D}"/>
          </ac:spMkLst>
        </pc:spChg>
        <pc:spChg chg="add mod">
          <ac:chgData name="Lakshmi V" userId="f055f243ffb41b73" providerId="LiveId" clId="{2C3D7F03-8558-4387-990D-E818F15C2887}" dt="2026-01-04T17:52:40.009" v="20" actId="14100"/>
          <ac:spMkLst>
            <pc:docMk/>
            <pc:sldMk cId="2718872" sldId="257"/>
            <ac:spMk id="4" creationId="{8ACF5804-38C7-16F2-1C8E-B1818C3E0C1C}"/>
          </ac:spMkLst>
        </pc:spChg>
      </pc:sldChg>
      <pc:sldChg chg="modSp new">
        <pc:chgData name="Lakshmi V" userId="f055f243ffb41b73" providerId="LiveId" clId="{2C3D7F03-8558-4387-990D-E818F15C2887}" dt="2026-01-04T17:53:05.804" v="22"/>
        <pc:sldMkLst>
          <pc:docMk/>
          <pc:sldMk cId="4007208085" sldId="258"/>
        </pc:sldMkLst>
        <pc:spChg chg="mod">
          <ac:chgData name="Lakshmi V" userId="f055f243ffb41b73" providerId="LiveId" clId="{2C3D7F03-8558-4387-990D-E818F15C2887}" dt="2026-01-04T17:52:55.041" v="21"/>
          <ac:spMkLst>
            <pc:docMk/>
            <pc:sldMk cId="4007208085" sldId="258"/>
            <ac:spMk id="2" creationId="{2B66634F-9443-77F8-B2A8-4B870C76B439}"/>
          </ac:spMkLst>
        </pc:spChg>
        <pc:spChg chg="mod">
          <ac:chgData name="Lakshmi V" userId="f055f243ffb41b73" providerId="LiveId" clId="{2C3D7F03-8558-4387-990D-E818F15C2887}" dt="2026-01-04T17:53:05.804" v="22"/>
          <ac:spMkLst>
            <pc:docMk/>
            <pc:sldMk cId="4007208085" sldId="258"/>
            <ac:spMk id="3" creationId="{0396EC61-BDC0-B752-8C64-074833C9ABEC}"/>
          </ac:spMkLst>
        </pc:spChg>
      </pc:sldChg>
      <pc:sldChg chg="addSp delSp modSp new mod">
        <pc:chgData name="Lakshmi V" userId="f055f243ffb41b73" providerId="LiveId" clId="{2C3D7F03-8558-4387-990D-E818F15C2887}" dt="2026-01-04T17:53:43.188" v="26" actId="14100"/>
        <pc:sldMkLst>
          <pc:docMk/>
          <pc:sldMk cId="3244579935" sldId="259"/>
        </pc:sldMkLst>
        <pc:spChg chg="mod">
          <ac:chgData name="Lakshmi V" userId="f055f243ffb41b73" providerId="LiveId" clId="{2C3D7F03-8558-4387-990D-E818F15C2887}" dt="2026-01-04T17:53:23.008" v="23"/>
          <ac:spMkLst>
            <pc:docMk/>
            <pc:sldMk cId="3244579935" sldId="259"/>
            <ac:spMk id="2" creationId="{4F9B59A9-3953-72BE-6C37-5090BD12D054}"/>
          </ac:spMkLst>
        </pc:spChg>
        <pc:spChg chg="del">
          <ac:chgData name="Lakshmi V" userId="f055f243ffb41b73" providerId="LiveId" clId="{2C3D7F03-8558-4387-990D-E818F15C2887}" dt="2026-01-04T17:53:32.299" v="24"/>
          <ac:spMkLst>
            <pc:docMk/>
            <pc:sldMk cId="3244579935" sldId="259"/>
            <ac:spMk id="3" creationId="{2124C8E1-CF37-A38D-715B-53904017210F}"/>
          </ac:spMkLst>
        </pc:spChg>
        <pc:spChg chg="add mod">
          <ac:chgData name="Lakshmi V" userId="f055f243ffb41b73" providerId="LiveId" clId="{2C3D7F03-8558-4387-990D-E818F15C2887}" dt="2026-01-04T17:53:43.188" v="26" actId="14100"/>
          <ac:spMkLst>
            <pc:docMk/>
            <pc:sldMk cId="3244579935" sldId="259"/>
            <ac:spMk id="4" creationId="{DF331039-B537-4C96-23D4-37D30326164D}"/>
          </ac:spMkLst>
        </pc:spChg>
      </pc:sldChg>
      <pc:sldChg chg="addSp delSp modSp new mod">
        <pc:chgData name="Lakshmi V" userId="f055f243ffb41b73" providerId="LiveId" clId="{2C3D7F03-8558-4387-990D-E818F15C2887}" dt="2026-01-04T17:54:10.893" v="30" actId="14100"/>
        <pc:sldMkLst>
          <pc:docMk/>
          <pc:sldMk cId="329044123" sldId="260"/>
        </pc:sldMkLst>
        <pc:spChg chg="mod">
          <ac:chgData name="Lakshmi V" userId="f055f243ffb41b73" providerId="LiveId" clId="{2C3D7F03-8558-4387-990D-E818F15C2887}" dt="2026-01-04T17:53:53.676" v="27"/>
          <ac:spMkLst>
            <pc:docMk/>
            <pc:sldMk cId="329044123" sldId="260"/>
            <ac:spMk id="2" creationId="{5ED3EE56-DFB1-BCFC-122B-DF4F129EB9E4}"/>
          </ac:spMkLst>
        </pc:spChg>
        <pc:spChg chg="del">
          <ac:chgData name="Lakshmi V" userId="f055f243ffb41b73" providerId="LiveId" clId="{2C3D7F03-8558-4387-990D-E818F15C2887}" dt="2026-01-04T17:54:02.434" v="28"/>
          <ac:spMkLst>
            <pc:docMk/>
            <pc:sldMk cId="329044123" sldId="260"/>
            <ac:spMk id="3" creationId="{29AB06D4-0AB3-CF2C-6387-D821F4030E42}"/>
          </ac:spMkLst>
        </pc:spChg>
        <pc:spChg chg="add mod">
          <ac:chgData name="Lakshmi V" userId="f055f243ffb41b73" providerId="LiveId" clId="{2C3D7F03-8558-4387-990D-E818F15C2887}" dt="2026-01-04T17:54:10.893" v="30" actId="14100"/>
          <ac:spMkLst>
            <pc:docMk/>
            <pc:sldMk cId="329044123" sldId="260"/>
            <ac:spMk id="4" creationId="{57EA500B-4312-DB7A-8A9C-4A861A39D679}"/>
          </ac:spMkLst>
        </pc:spChg>
      </pc:sldChg>
      <pc:sldChg chg="addSp delSp modSp new mod">
        <pc:chgData name="Lakshmi V" userId="f055f243ffb41b73" providerId="LiveId" clId="{2C3D7F03-8558-4387-990D-E818F15C2887}" dt="2026-01-04T17:54:48.671" v="34" actId="14100"/>
        <pc:sldMkLst>
          <pc:docMk/>
          <pc:sldMk cId="2833590332" sldId="261"/>
        </pc:sldMkLst>
        <pc:spChg chg="mod">
          <ac:chgData name="Lakshmi V" userId="f055f243ffb41b73" providerId="LiveId" clId="{2C3D7F03-8558-4387-990D-E818F15C2887}" dt="2026-01-04T17:54:31.094" v="31"/>
          <ac:spMkLst>
            <pc:docMk/>
            <pc:sldMk cId="2833590332" sldId="261"/>
            <ac:spMk id="2" creationId="{E985E07C-30E4-F8B6-8753-4662C2ABE036}"/>
          </ac:spMkLst>
        </pc:spChg>
        <pc:spChg chg="del">
          <ac:chgData name="Lakshmi V" userId="f055f243ffb41b73" providerId="LiveId" clId="{2C3D7F03-8558-4387-990D-E818F15C2887}" dt="2026-01-04T17:54:38.367" v="32"/>
          <ac:spMkLst>
            <pc:docMk/>
            <pc:sldMk cId="2833590332" sldId="261"/>
            <ac:spMk id="3" creationId="{52784457-658E-70CD-ED82-FDE3CA13894C}"/>
          </ac:spMkLst>
        </pc:spChg>
        <pc:spChg chg="add mod">
          <ac:chgData name="Lakshmi V" userId="f055f243ffb41b73" providerId="LiveId" clId="{2C3D7F03-8558-4387-990D-E818F15C2887}" dt="2026-01-04T17:54:48.671" v="34" actId="14100"/>
          <ac:spMkLst>
            <pc:docMk/>
            <pc:sldMk cId="2833590332" sldId="261"/>
            <ac:spMk id="4" creationId="{40B9567A-6B35-5FC4-DE75-D6F73F454D70}"/>
          </ac:spMkLst>
        </pc:spChg>
      </pc:sldChg>
      <pc:sldChg chg="addSp delSp modSp new mod">
        <pc:chgData name="Lakshmi V" userId="f055f243ffb41b73" providerId="LiveId" clId="{2C3D7F03-8558-4387-990D-E818F15C2887}" dt="2026-01-04T17:55:14.248" v="38" actId="14100"/>
        <pc:sldMkLst>
          <pc:docMk/>
          <pc:sldMk cId="510475533" sldId="262"/>
        </pc:sldMkLst>
        <pc:spChg chg="mod">
          <ac:chgData name="Lakshmi V" userId="f055f243ffb41b73" providerId="LiveId" clId="{2C3D7F03-8558-4387-990D-E818F15C2887}" dt="2026-01-04T17:54:58.407" v="35"/>
          <ac:spMkLst>
            <pc:docMk/>
            <pc:sldMk cId="510475533" sldId="262"/>
            <ac:spMk id="2" creationId="{BE1839AE-1EA8-EC52-5336-361D84C53870}"/>
          </ac:spMkLst>
        </pc:spChg>
        <pc:spChg chg="del">
          <ac:chgData name="Lakshmi V" userId="f055f243ffb41b73" providerId="LiveId" clId="{2C3D7F03-8558-4387-990D-E818F15C2887}" dt="2026-01-04T17:55:06.235" v="36"/>
          <ac:spMkLst>
            <pc:docMk/>
            <pc:sldMk cId="510475533" sldId="262"/>
            <ac:spMk id="3" creationId="{B12871DA-8D16-9B09-C9E0-479B0A068CF5}"/>
          </ac:spMkLst>
        </pc:spChg>
        <pc:spChg chg="add mod">
          <ac:chgData name="Lakshmi V" userId="f055f243ffb41b73" providerId="LiveId" clId="{2C3D7F03-8558-4387-990D-E818F15C2887}" dt="2026-01-04T17:55:14.248" v="38" actId="14100"/>
          <ac:spMkLst>
            <pc:docMk/>
            <pc:sldMk cId="510475533" sldId="262"/>
            <ac:spMk id="4" creationId="{3FEEA06E-3E9A-F715-DCF5-BBB7C00C676F}"/>
          </ac:spMkLst>
        </pc:spChg>
      </pc:sldChg>
      <pc:sldChg chg="addSp delSp modSp new mod">
        <pc:chgData name="Lakshmi V" userId="f055f243ffb41b73" providerId="LiveId" clId="{2C3D7F03-8558-4387-990D-E818F15C2887}" dt="2026-01-04T17:55:46.407" v="41"/>
        <pc:sldMkLst>
          <pc:docMk/>
          <pc:sldMk cId="3610274754" sldId="263"/>
        </pc:sldMkLst>
        <pc:spChg chg="mod">
          <ac:chgData name="Lakshmi V" userId="f055f243ffb41b73" providerId="LiveId" clId="{2C3D7F03-8558-4387-990D-E818F15C2887}" dt="2026-01-04T17:55:46.407" v="41"/>
          <ac:spMkLst>
            <pc:docMk/>
            <pc:sldMk cId="3610274754" sldId="263"/>
            <ac:spMk id="2" creationId="{C61EFD25-90DC-3C12-634C-4F05E955ED26}"/>
          </ac:spMkLst>
        </pc:spChg>
        <pc:spChg chg="del">
          <ac:chgData name="Lakshmi V" userId="f055f243ffb41b73" providerId="LiveId" clId="{2C3D7F03-8558-4387-990D-E818F15C2887}" dt="2026-01-04T17:55:31.403" v="39"/>
          <ac:spMkLst>
            <pc:docMk/>
            <pc:sldMk cId="3610274754" sldId="263"/>
            <ac:spMk id="3" creationId="{1BC2B16C-3184-47D8-E855-7333D1ADFA32}"/>
          </ac:spMkLst>
        </pc:spChg>
        <pc:spChg chg="add mod">
          <ac:chgData name="Lakshmi V" userId="f055f243ffb41b73" providerId="LiveId" clId="{2C3D7F03-8558-4387-990D-E818F15C2887}" dt="2026-01-04T17:55:38.105" v="40" actId="255"/>
          <ac:spMkLst>
            <pc:docMk/>
            <pc:sldMk cId="3610274754" sldId="263"/>
            <ac:spMk id="4" creationId="{E6A9643A-6A45-A45B-73B2-7CD9F0C4AB32}"/>
          </ac:spMkLst>
        </pc:spChg>
      </pc:sldChg>
      <pc:sldChg chg="addSp delSp modSp new mod">
        <pc:chgData name="Lakshmi V" userId="f055f243ffb41b73" providerId="LiveId" clId="{2C3D7F03-8558-4387-990D-E818F15C2887}" dt="2026-01-04T17:56:20.287" v="45" actId="14100"/>
        <pc:sldMkLst>
          <pc:docMk/>
          <pc:sldMk cId="2698161684" sldId="264"/>
        </pc:sldMkLst>
        <pc:spChg chg="mod">
          <ac:chgData name="Lakshmi V" userId="f055f243ffb41b73" providerId="LiveId" clId="{2C3D7F03-8558-4387-990D-E818F15C2887}" dt="2026-01-04T17:55:54.933" v="42"/>
          <ac:spMkLst>
            <pc:docMk/>
            <pc:sldMk cId="2698161684" sldId="264"/>
            <ac:spMk id="2" creationId="{8A6ADC38-5D40-A689-D241-9CEB2BB95A8A}"/>
          </ac:spMkLst>
        </pc:spChg>
        <pc:spChg chg="del">
          <ac:chgData name="Lakshmi V" userId="f055f243ffb41b73" providerId="LiveId" clId="{2C3D7F03-8558-4387-990D-E818F15C2887}" dt="2026-01-04T17:56:10.088" v="43"/>
          <ac:spMkLst>
            <pc:docMk/>
            <pc:sldMk cId="2698161684" sldId="264"/>
            <ac:spMk id="3" creationId="{8BAAE788-4C91-F6E5-63B9-0343D32A7C8F}"/>
          </ac:spMkLst>
        </pc:spChg>
        <pc:spChg chg="add mod">
          <ac:chgData name="Lakshmi V" userId="f055f243ffb41b73" providerId="LiveId" clId="{2C3D7F03-8558-4387-990D-E818F15C2887}" dt="2026-01-04T17:56:20.287" v="45" actId="14100"/>
          <ac:spMkLst>
            <pc:docMk/>
            <pc:sldMk cId="2698161684" sldId="264"/>
            <ac:spMk id="4" creationId="{C9981DE5-1ED3-F54D-CD50-77BAE354200C}"/>
          </ac:spMkLst>
        </pc:spChg>
      </pc:sldChg>
      <pc:sldChg chg="new del">
        <pc:chgData name="Lakshmi V" userId="f055f243ffb41b73" providerId="LiveId" clId="{2C3D7F03-8558-4387-990D-E818F15C2887}" dt="2026-01-04T17:56:30.506" v="46" actId="2696"/>
        <pc:sldMkLst>
          <pc:docMk/>
          <pc:sldMk cId="856142004" sldId="265"/>
        </pc:sldMkLst>
      </pc:sldChg>
      <pc:sldChg chg="new del">
        <pc:chgData name="Lakshmi V" userId="f055f243ffb41b73" providerId="LiveId" clId="{2C3D7F03-8558-4387-990D-E818F15C2887}" dt="2026-01-04T17:56:33.969" v="47" actId="2696"/>
        <pc:sldMkLst>
          <pc:docMk/>
          <pc:sldMk cId="3327400133" sldId="266"/>
        </pc:sldMkLst>
      </pc:sldChg>
      <pc:sldChg chg="new del">
        <pc:chgData name="Lakshmi V" userId="f055f243ffb41b73" providerId="LiveId" clId="{2C3D7F03-8558-4387-990D-E818F15C2887}" dt="2026-01-04T17:56:37.453" v="48" actId="2696"/>
        <pc:sldMkLst>
          <pc:docMk/>
          <pc:sldMk cId="2257206454" sldId="267"/>
        </pc:sldMkLst>
      </pc:sldChg>
      <pc:sldChg chg="new del">
        <pc:chgData name="Lakshmi V" userId="f055f243ffb41b73" providerId="LiveId" clId="{2C3D7F03-8558-4387-990D-E818F15C2887}" dt="2026-01-04T17:56:40.615" v="49" actId="2696"/>
        <pc:sldMkLst>
          <pc:docMk/>
          <pc:sldMk cId="2803888237" sldId="268"/>
        </pc:sldMkLst>
      </pc:sldChg>
      <pc:sldChg chg="new del">
        <pc:chgData name="Lakshmi V" userId="f055f243ffb41b73" providerId="LiveId" clId="{2C3D7F03-8558-4387-990D-E818F15C2887}" dt="2026-01-04T17:56:43.866" v="50" actId="2696"/>
        <pc:sldMkLst>
          <pc:docMk/>
          <pc:sldMk cId="1236810461" sldId="269"/>
        </pc:sldMkLst>
      </pc:sldChg>
      <pc:sldChg chg="new del">
        <pc:chgData name="Lakshmi V" userId="f055f243ffb41b73" providerId="LiveId" clId="{2C3D7F03-8558-4387-990D-E818F15C2887}" dt="2026-01-04T17:56:47.029" v="51" actId="2696"/>
        <pc:sldMkLst>
          <pc:docMk/>
          <pc:sldMk cId="423512187" sldId="270"/>
        </pc:sldMkLst>
      </pc:sldChg>
      <pc:sldChg chg="new del">
        <pc:chgData name="Lakshmi V" userId="f055f243ffb41b73" providerId="LiveId" clId="{2C3D7F03-8558-4387-990D-E818F15C2887}" dt="2026-01-04T17:56:50.608" v="52" actId="2696"/>
        <pc:sldMkLst>
          <pc:docMk/>
          <pc:sldMk cId="3417840923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BA67-AC54-DCEB-FCA6-BFD8CE3E6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C3782-402F-7997-9DDE-631669012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D2249-0F74-9116-9B7E-BF32C5C8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B0C8-8590-B453-AB44-DCFD389C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4F7C2-53E3-4A4A-C9E4-5A7B79E0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2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283-4C6D-8318-5A6E-01CB98A3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40F94-BD60-D298-0A45-401D6C239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D95E-613A-C434-D2EA-0B7F060C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79564-4F94-0BE6-0C13-31AB1A7A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3F25-25A5-81A8-78E8-EC28C3EF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78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CD18-63DB-B4DF-5942-E0165F07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298A3-A7F0-73BE-7A2D-2E41DBCF7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0867E-E949-B910-BDDF-EC047C36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3F25A-DDB4-B7D3-A66D-9FD7D5FF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FC881-5524-B373-2EBA-90D83D08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8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7329-464D-6533-9F23-24B962B2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6DDF-8D00-2173-D8CD-6B7C566A0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FE3A1-8B81-EB3A-83DE-D77155BFC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C26F0-5F87-63AA-3F76-E9603B4C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051DD-5F4C-D0A8-7EC9-FC74A420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7FABE-9B76-38BA-74E9-C6981954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70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D05A-F39D-D46D-7D06-F161A060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D6D08-66A8-5440-E3CD-019DEC55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F3E0D-9F89-2721-093B-42ADD2F24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433A4-8024-0225-C245-A146897E3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FFAE0-D060-1BB0-C693-A5AFEA6D2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700079-3EA0-E6FC-9176-967A26F61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7F739-BE91-3155-ED06-6937BEA7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8447E-9AEF-3FD5-5522-14383018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74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2439-CAB8-560A-BA33-D5E90A7C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4BE4A-5B00-1898-C4E2-BA1236F0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40444-E59E-7D29-1B68-1C6B431AA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3EEC7-AFB2-DF11-9A2D-D5D229A5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26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7E5E4-FE5D-3FD5-33B5-EF137D07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98E5F-1E89-BAB5-9886-66711A58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80A6-769F-5CCC-453C-38E6F3F8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02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E108-3C34-0E3E-0181-780283F8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7CF2-E47D-9AE9-0726-77E0809E9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89DB6-F143-AFFE-F5DD-F52CC8246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A8FD-04F7-6672-D3E9-BD9511B6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72849-43A3-08ED-D6F8-76E6160F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51976-6A5E-72D4-140B-C3968071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06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5686-8838-55B3-FEFA-2DA5547AC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BBE8-1889-FB91-F4D4-97D294747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D49BD-81AD-7809-B8EF-FE71A4060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A9CBD-D7DC-C152-5E4A-2F722849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2695D-60B5-CD5B-9869-F5037064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2B520-69E7-2E49-BEAB-64F0C03B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15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9A24-0689-756A-AB65-4AD15798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4C0EF-5A72-D2BB-4555-60800802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F735-DD6B-86DD-7858-69323973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60905-C97F-8579-4C72-D0C3FF5E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E2243-0FEB-0957-95E9-31750E81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348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81E09-3BB1-14BE-B6AD-37F7AE07C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B7A68-35F0-9A40-DD5B-F9A013E03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8950A-6D80-0D7A-A963-B9AA8DB7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DD4DA-5040-3AD3-7F37-47FFE44E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3AE4F-F27F-29B4-9F52-0649B17A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75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44656-CFEB-39B9-704F-F1165C58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F7098-94CF-4A1D-6BB6-6A913C527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79356-F1C3-7D4C-B8C4-B40FCC614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BC0B9-F440-4D61-BE09-D9DDCBA07563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8BFA4-9AB9-B6DE-9531-05B313EA0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6216F-2C90-0BEB-265E-8650ABC4D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234AC-9A37-4A1D-AAF7-B312F4522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48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C394-6FF0-506B-3D71-5520D8CC8D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Title:</a:t>
            </a:r>
            <a:br>
              <a:rPr lang="en-US" b="1" dirty="0"/>
            </a:br>
            <a:r>
              <a:rPr lang="en-US" b="1" dirty="0"/>
              <a:t>Student Performance Analysis using Machine Learning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AF711-C5D7-EE6C-C6B7-7A35C0A5F5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9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3AEE-E58E-9AE0-5E2F-BFA58A4F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CF5804-38C7-16F2-1C8E-B1818C3E0C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1077141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performance depends on multiple factors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analysis is difficult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helps in prediction &amp; grouping</a:t>
            </a:r>
          </a:p>
        </p:txBody>
      </p:sp>
    </p:spTree>
    <p:extLst>
      <p:ext uri="{BB962C8B-B14F-4D97-AF65-F5344CB8AC3E}">
        <p14:creationId xmlns:p14="http://schemas.microsoft.com/office/powerpoint/2010/main" val="271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634F-9443-77F8-B2A8-4B870C76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6EC61-BDC0-B752-8C64-074833C9A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Hours Studied</a:t>
            </a:r>
          </a:p>
          <a:p>
            <a:r>
              <a:rPr lang="en-US" dirty="0"/>
              <a:t>Previous Scores</a:t>
            </a:r>
          </a:p>
          <a:p>
            <a:r>
              <a:rPr lang="en-US" dirty="0"/>
              <a:t>Sleep Hours</a:t>
            </a:r>
          </a:p>
          <a:p>
            <a:r>
              <a:rPr lang="en-US" dirty="0"/>
              <a:t>Sample Question Papers Practiced</a:t>
            </a:r>
          </a:p>
          <a:p>
            <a:r>
              <a:rPr lang="en-US" dirty="0"/>
              <a:t>Extracurricular Activities</a:t>
            </a:r>
          </a:p>
          <a:p>
            <a:r>
              <a:rPr lang="en-US" dirty="0"/>
              <a:t>Performance Index (Target)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20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59A9-3953-72BE-6C37-5090BD12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331039-B537-4C96-23D4-37D303261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972638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student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students based on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data quality using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24457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EE56-DFB1-BCFC-122B-DF4F129E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EA500B-4312-DB7A-8A9C-4A861A39D6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966107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categorical data (Yes/No → 1/0)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new feature: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Efficiency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important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data for clustering</a:t>
            </a:r>
          </a:p>
        </p:txBody>
      </p:sp>
    </p:spTree>
    <p:extLst>
      <p:ext uri="{BB962C8B-B14F-4D97-AF65-F5344CB8AC3E}">
        <p14:creationId xmlns:p14="http://schemas.microsoft.com/office/powerpoint/2010/main" val="32904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E07C-30E4-F8B6-8753-4662C2AB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B9567A-6B35-5FC4-DE75-D6F73F454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1075508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 Linear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predict Performance Index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Inputs: Study habits &amp; academic factors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Predicted performance score</a:t>
            </a:r>
          </a:p>
        </p:txBody>
      </p:sp>
    </p:spTree>
    <p:extLst>
      <p:ext uri="{BB962C8B-B14F-4D97-AF65-F5344CB8AC3E}">
        <p14:creationId xmlns:p14="http://schemas.microsoft.com/office/powerpoint/2010/main" val="283359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39AE-1EA8-EC52-5336-361D84C5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EEA06E-3E9A-F715-DCF5-BBB7C00C67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23966"/>
            <a:ext cx="8126186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KMeans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Unsupervised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Grouped students into: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47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FD25-90DC-3C12-634C-4F05E955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A9643A-6A45-A45B-73B2-7CD9F0C4A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633057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gave accurate predictions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Clustering identified student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improved results</a:t>
            </a:r>
          </a:p>
        </p:txBody>
      </p:sp>
    </p:spTree>
    <p:extLst>
      <p:ext uri="{BB962C8B-B14F-4D97-AF65-F5344CB8AC3E}">
        <p14:creationId xmlns:p14="http://schemas.microsoft.com/office/powerpoint/2010/main" val="361027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DC38-5D40-A689-D241-9CEB2BB9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981DE5-1ED3-F54D-CD50-77BAE35420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308796"/>
            <a:ext cx="969372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helps in understanding student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teachers &amp; institutions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using advanced models</a:t>
            </a:r>
          </a:p>
        </p:txBody>
      </p:sp>
    </p:spTree>
    <p:extLst>
      <p:ext uri="{BB962C8B-B14F-4D97-AF65-F5344CB8AC3E}">
        <p14:creationId xmlns:p14="http://schemas.microsoft.com/office/powerpoint/2010/main" val="269816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157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Title: Student Performance Analysis using Machine Learning </vt:lpstr>
      <vt:lpstr>Introduction</vt:lpstr>
      <vt:lpstr>Dataset Description</vt:lpstr>
      <vt:lpstr>Objective</vt:lpstr>
      <vt:lpstr>Feature Engineering</vt:lpstr>
      <vt:lpstr>Regression Model</vt:lpstr>
      <vt:lpstr>Clustering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V</dc:creator>
  <cp:lastModifiedBy>Lakshmi V</cp:lastModifiedBy>
  <cp:revision>1</cp:revision>
  <dcterms:created xsi:type="dcterms:W3CDTF">2026-01-04T17:50:57Z</dcterms:created>
  <dcterms:modified xsi:type="dcterms:W3CDTF">2026-01-04T17:56:53Z</dcterms:modified>
</cp:coreProperties>
</file>